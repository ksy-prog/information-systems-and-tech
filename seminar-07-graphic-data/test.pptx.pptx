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4B9D-9703-18E3-65C1-49729FF41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F1ACF1-3C7F-EAE6-CEB7-18F4F47ED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ADB2CB-F290-B2EF-500C-C1B7496C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35D6CA-6C11-2644-64CC-416D8B04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81D0CF-6D88-19E3-F2AF-D8B219B3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9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DCED3E-9339-86CC-2BE6-304CCFA5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7FFB6A-26E8-1F5C-4CFD-28301242B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C40F96-AFFF-8469-3434-0E5D8081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93D197-E4DA-131F-51B9-ADF56BAB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709BB9-4C6B-76A9-D43E-A9DE6C5C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788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6728B-C5A3-06C6-F309-A6AB49A3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FAA838-6BB2-7A7C-BC80-4FD9DC865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9A1DEC-C07A-7F2B-8227-9A08DA01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047AA3-594F-72B2-3CF6-74B319B0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B0F913-91C2-35CA-D7AB-0E2132D8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04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12C14-614B-6B7A-100D-66893345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C2249B-A1B0-099E-A0E8-91936C11D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4F3567-823C-ED33-6B40-6EB9F5E91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6E3376-27BC-0DCD-D8B7-3D369575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B49194-D297-21E0-06A4-AEC29380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4E9543-D0F5-3E65-E8AA-159679D3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9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AB695-2512-F80C-DD6B-F65F44F8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514369-D8BF-042B-84AC-B0FB466F2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F52A3F-E9C3-7813-182C-C32D26AEF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D152AC-5B96-3E1C-3D6D-0BBCA821F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BC1F943-DAF2-2CF8-9BCD-9827859B3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75B769-EA5B-ADA1-FE75-B8A1C5EB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E4D63F-E7E1-B17D-6068-3CCC414C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7179DE-5023-6F58-C20C-344D9350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33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25A36-5D6E-3448-CDB9-6F9F9759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FC5FD80-3462-4240-685C-232278B0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E27A03-1E21-5FB0-A0AD-F769C3CD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EF8A64-DC83-FE26-C155-F0CAFD69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9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C8E476-D6B1-8538-4F03-B163A12E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DF563CB-A92E-30AA-7B3F-C3AA4FA84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C7470E-272E-6CDD-AAD4-CD412EC2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43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6A38A-C556-A50D-C90A-5739C549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B87F6-5F5D-FC1E-D73C-D10B9F672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E7BB74-D558-73B4-509E-04543D3C7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28667A-CDA0-DB4B-EAE1-4AB7C465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56B523-899B-C047-1963-940B2787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859B35-5E4C-667A-3E6B-C92D499A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34D85-E5DF-35E5-E113-BA5007A5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5F811F-615C-8F2E-A5A4-54AB1FA0C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04AC5D-8C75-3A54-084D-AF47B3FE9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F27D3F-3231-31B6-C327-C4CEFE2F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641F82-7EB4-FF5B-6A6B-F390A9F0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27BB9-EDC9-723A-02E4-21990638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25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EE133-AD26-B1FC-34B4-D3C7E00C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2B3EA0-98BF-0B91-A579-07CE39ACC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66DCC7-3D17-E3C4-AA56-E0297782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DFACDC-F91B-24DE-18F8-49AEE15F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8DC378-689E-D9FE-D588-3E24C334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40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05B2C2F-3FC8-2DCC-E991-292970EFE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AA9619-49BC-C318-606D-CE0DC9400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C9285-18B3-0A45-1534-9754305E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0795F9-89F1-B519-55A9-62160D7C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9C6A3A-5A53-D472-CF18-82C7CDB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69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BCF13-5D3C-6A49-03FA-21B1FB56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381C8A-0162-CFEC-2655-52561AF74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E11437-2AB7-3120-6023-A4D6CDD8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45B0F-5630-428A-9F0E-E5984C5424EA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8A7D95-3882-2A27-A159-E5814EAE2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9DD4BB-063F-DBCA-018D-DE7A7AE12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BACF8-8AC8-4720-8390-A2BE308035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5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6FD9A-C581-AAB6-23BF-4CEF9AEF0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1B2B91-ADBD-AB21-9FBB-1BBAD668FD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3798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Albina Timofeeva</dc:creator>
  <cp:lastModifiedBy>Albina Timofeeva</cp:lastModifiedBy>
  <cp:revision>1</cp:revision>
  <dcterms:created xsi:type="dcterms:W3CDTF">2025-11-04T16:31:33Z</dcterms:created>
  <dcterms:modified xsi:type="dcterms:W3CDTF">2025-11-04T16:31:39Z</dcterms:modified>
</cp:coreProperties>
</file>